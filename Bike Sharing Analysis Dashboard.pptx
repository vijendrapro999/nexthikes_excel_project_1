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83" autoAdjust="0"/>
  </p:normalViewPr>
  <p:slideViewPr>
    <p:cSldViewPr snapToGrid="0">
      <p:cViewPr varScale="1">
        <p:scale>
          <a:sx n="63" d="100"/>
          <a:sy n="63" d="100"/>
        </p:scale>
        <p:origin x="6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39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77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4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6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94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09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27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5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09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48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27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215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053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160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610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05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B80BF0B9-C08A-480D-9541-FE875BFE711A}" type="datetimeFigureOut">
              <a:rPr lang="en-GB" smtClean="0"/>
              <a:t>26/07/2026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11AE054F-C596-4EE9-B093-42317C7EA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12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637" y="2798140"/>
            <a:ext cx="6620968" cy="2332347"/>
          </a:xfrm>
        </p:spPr>
        <p:txBody>
          <a:bodyPr/>
          <a:lstStyle/>
          <a:p>
            <a:r>
              <a:rPr lang="en-GB" sz="2500" b="1" dirty="0" smtClean="0"/>
              <a:t>Bike Sharing Analysis Dashboard</a:t>
            </a:r>
            <a:br>
              <a:rPr lang="en-GB" sz="2500" b="1" dirty="0" smtClean="0"/>
            </a:br>
            <a:r>
              <a:rPr lang="en-GB" sz="2500" b="1" dirty="0" smtClean="0"/>
              <a:t>Prepared By: Vijendra Vaishnav</a:t>
            </a: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2535" y="1364589"/>
            <a:ext cx="5750350" cy="1356719"/>
          </a:xfrm>
        </p:spPr>
        <p:txBody>
          <a:bodyPr>
            <a:noAutofit/>
          </a:bodyPr>
          <a:lstStyle/>
          <a:p>
            <a:r>
              <a:rPr lang="en-GB" sz="3200" dirty="0" smtClean="0"/>
              <a:t>Microsoft Excel Project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4553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450" y="1049018"/>
            <a:ext cx="6343672" cy="709865"/>
          </a:xfrm>
        </p:spPr>
        <p:txBody>
          <a:bodyPr/>
          <a:lstStyle/>
          <a:p>
            <a:r>
              <a:rPr lang="en-GB" u="sng" dirty="0" smtClean="0"/>
              <a:t>Project Objective</a:t>
            </a:r>
            <a:endParaRPr lang="en-GB" u="sng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4710" y="2113663"/>
            <a:ext cx="551653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1.Analayze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Bike Sharing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2.Cleane And Preprocess The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3.Merge Multiple Datasets.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4.Creating Dashboards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0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650" y="1008378"/>
            <a:ext cx="6343672" cy="709865"/>
          </a:xfrm>
        </p:spPr>
        <p:txBody>
          <a:bodyPr/>
          <a:lstStyle/>
          <a:p>
            <a:r>
              <a:rPr lang="en-GB" dirty="0" smtClean="0"/>
              <a:t>Datasets Information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Dataset_1</a:t>
            </a:r>
          </a:p>
          <a:p>
            <a:r>
              <a:rPr lang="en-GB" dirty="0" smtClean="0"/>
              <a:t> Dataset_2</a:t>
            </a:r>
          </a:p>
          <a:p>
            <a:r>
              <a:rPr lang="en-GB" dirty="0" smtClean="0"/>
              <a:t> Dataset_3</a:t>
            </a:r>
          </a:p>
          <a:p>
            <a:r>
              <a:rPr lang="en-GB" dirty="0" smtClean="0"/>
              <a:t> Merge_Data_A</a:t>
            </a:r>
          </a:p>
          <a:p>
            <a:r>
              <a:rPr lang="en-GB" dirty="0" smtClean="0"/>
              <a:t> Finally Merged Dataset</a:t>
            </a:r>
          </a:p>
          <a:p>
            <a:r>
              <a:rPr lang="en-GB" dirty="0" smtClean="0"/>
              <a:t> 989 Records</a:t>
            </a:r>
          </a:p>
          <a:p>
            <a:r>
              <a:rPr lang="en-GB" dirty="0" smtClean="0"/>
              <a:t>17 Columns</a:t>
            </a:r>
          </a:p>
          <a:p>
            <a:pPr marL="0" indent="0">
              <a:buNone/>
            </a:pP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01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8050" y="1079498"/>
            <a:ext cx="6343672" cy="709865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Data </a:t>
            </a:r>
            <a:r>
              <a:rPr lang="en-GB" dirty="0" err="1" smtClean="0"/>
              <a:t>Preprocessing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2043499"/>
            <a:ext cx="6711654" cy="4195481"/>
          </a:xfrm>
        </p:spPr>
        <p:txBody>
          <a:bodyPr/>
          <a:lstStyle/>
          <a:p>
            <a:r>
              <a:rPr lang="en-GB" dirty="0" smtClean="0"/>
              <a:t>Remove </a:t>
            </a:r>
            <a:r>
              <a:rPr lang="en-GB" dirty="0" err="1" smtClean="0"/>
              <a:t>Duplicats</a:t>
            </a:r>
            <a:endParaRPr lang="en-GB" dirty="0" smtClean="0"/>
          </a:p>
          <a:p>
            <a:r>
              <a:rPr lang="en-GB" dirty="0" smtClean="0"/>
              <a:t>Checked Missing Value</a:t>
            </a:r>
          </a:p>
          <a:p>
            <a:r>
              <a:rPr lang="en-GB" dirty="0" smtClean="0"/>
              <a:t>Apply Sort &amp; Filter</a:t>
            </a:r>
          </a:p>
          <a:p>
            <a:r>
              <a:rPr lang="en-GB" dirty="0" smtClean="0"/>
              <a:t>Merged </a:t>
            </a:r>
            <a:r>
              <a:rPr lang="en-GB" dirty="0" err="1" smtClean="0"/>
              <a:t>DataSets</a:t>
            </a:r>
            <a:r>
              <a:rPr lang="en-GB" dirty="0" smtClean="0"/>
              <a:t> Using Power </a:t>
            </a:r>
            <a:r>
              <a:rPr lang="en-GB" dirty="0" err="1" smtClean="0"/>
              <a:t>Quary</a:t>
            </a:r>
            <a:endParaRPr lang="en-GB" dirty="0" smtClean="0"/>
          </a:p>
          <a:p>
            <a:r>
              <a:rPr lang="en-GB" dirty="0" smtClean="0"/>
              <a:t>Create Final Data Sets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21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3703" y="1152501"/>
            <a:ext cx="1890845" cy="801047"/>
          </a:xfrm>
        </p:spPr>
        <p:txBody>
          <a:bodyPr/>
          <a:lstStyle/>
          <a:p>
            <a:r>
              <a:rPr lang="en-GB" dirty="0" smtClean="0"/>
              <a:t>Charts</a:t>
            </a:r>
            <a:endParaRPr lang="en-GB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Monthhly</a:t>
            </a:r>
            <a:r>
              <a:rPr lang="en-GB" dirty="0" smtClean="0"/>
              <a:t> </a:t>
            </a:r>
            <a:r>
              <a:rPr lang="en-GB" dirty="0" err="1" smtClean="0"/>
              <a:t>Trand</a:t>
            </a:r>
            <a:endParaRPr lang="en-GB" dirty="0" smtClean="0"/>
          </a:p>
          <a:p>
            <a:r>
              <a:rPr lang="en-GB" dirty="0" smtClean="0"/>
              <a:t>Season Wise </a:t>
            </a:r>
          </a:p>
          <a:p>
            <a:r>
              <a:rPr lang="en-GB" dirty="0" smtClean="0"/>
              <a:t>Casual vs Registered</a:t>
            </a:r>
          </a:p>
          <a:p>
            <a:r>
              <a:rPr lang="en-GB" dirty="0" smtClean="0"/>
              <a:t>Weather Analysis</a:t>
            </a:r>
          </a:p>
          <a:p>
            <a:r>
              <a:rPr lang="en-GB" dirty="0" smtClean="0"/>
              <a:t>Hourly Trend  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9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767" y="920789"/>
            <a:ext cx="5714340" cy="1121790"/>
          </a:xfrm>
        </p:spPr>
        <p:txBody>
          <a:bodyPr>
            <a:normAutofit fontScale="90000"/>
          </a:bodyPr>
          <a:lstStyle/>
          <a:p>
            <a:r>
              <a:rPr lang="en-GB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Interactive Dashboard with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ivot Table, Charts , Slicers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387600"/>
            <a:ext cx="9144000" cy="4287520"/>
          </a:xfrm>
        </p:spPr>
      </p:pic>
    </p:spTree>
    <p:extLst>
      <p:ext uri="{BB962C8B-B14F-4D97-AF65-F5344CB8AC3E}">
        <p14:creationId xmlns:p14="http://schemas.microsoft.com/office/powerpoint/2010/main" val="422727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Key Insights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Rental Demand Varied Across Seasons.</a:t>
            </a:r>
          </a:p>
          <a:p>
            <a:r>
              <a:rPr lang="en-GB" dirty="0" smtClean="0"/>
              <a:t>Weather Affected Bike Rentals.</a:t>
            </a:r>
          </a:p>
          <a:p>
            <a:r>
              <a:rPr lang="en-GB" dirty="0" smtClean="0"/>
              <a:t>Peak Rental Occurred During Specific Hours.</a:t>
            </a:r>
          </a:p>
          <a:p>
            <a:r>
              <a:rPr lang="en-GB" dirty="0" smtClean="0"/>
              <a:t>Monthly Trends Showed in Demand etc.</a:t>
            </a:r>
          </a:p>
          <a:p>
            <a:r>
              <a:rPr lang="en-GB" dirty="0" smtClean="0"/>
              <a:t>The final Dataset Contain (989 Rows) With A Total Of 57966 Bike Rental.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91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3848" y="1690542"/>
            <a:ext cx="2416565" cy="631365"/>
          </a:xfrm>
        </p:spPr>
        <p:txBody>
          <a:bodyPr/>
          <a:lstStyle/>
          <a:p>
            <a:r>
              <a:rPr lang="en-GB" dirty="0" smtClean="0"/>
              <a:t>Conclusion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305" y="2321907"/>
            <a:ext cx="6711654" cy="4677813"/>
          </a:xfrm>
        </p:spPr>
        <p:txBody>
          <a:bodyPr>
            <a:normAutofit/>
          </a:bodyPr>
          <a:lstStyle/>
          <a:p>
            <a:r>
              <a:rPr lang="en-GB" b="1" dirty="0" smtClean="0"/>
              <a:t>Successfully merged 3 datasets into a final datasets of 989 records.</a:t>
            </a:r>
          </a:p>
          <a:p>
            <a:r>
              <a:rPr lang="en-GB" b="1" dirty="0" smtClean="0"/>
              <a:t>Performed </a:t>
            </a:r>
            <a:r>
              <a:rPr lang="en-GB" b="1" dirty="0" err="1"/>
              <a:t>P</a:t>
            </a:r>
            <a:r>
              <a:rPr lang="en-GB" b="1" dirty="0" err="1" smtClean="0"/>
              <a:t>reprocessing</a:t>
            </a:r>
            <a:r>
              <a:rPr lang="en-GB" b="1" dirty="0" smtClean="0"/>
              <a:t> by Removing Duplicates, </a:t>
            </a:r>
            <a:r>
              <a:rPr lang="en-GB" b="1" dirty="0" err="1" smtClean="0"/>
              <a:t>Cheaking</a:t>
            </a:r>
            <a:r>
              <a:rPr lang="en-GB" b="1" dirty="0" smtClean="0"/>
              <a:t> Missing value, Formatting Data ETC.</a:t>
            </a:r>
          </a:p>
          <a:p>
            <a:r>
              <a:rPr lang="en-GB" b="1" dirty="0" smtClean="0"/>
              <a:t>Performed complete pre-processing using </a:t>
            </a:r>
            <a:r>
              <a:rPr lang="en-GB" b="1" dirty="0" err="1" smtClean="0"/>
              <a:t>PowerQuary</a:t>
            </a:r>
            <a:r>
              <a:rPr lang="en-GB" b="1" dirty="0" smtClean="0"/>
              <a:t>.</a:t>
            </a:r>
          </a:p>
          <a:p>
            <a:r>
              <a:rPr lang="en-GB" b="1" dirty="0" smtClean="0"/>
              <a:t>Built Excel Dashboard Using Pivot Tables, Pivot Charts , Slicers.</a:t>
            </a:r>
          </a:p>
          <a:p>
            <a:r>
              <a:rPr lang="en-GB" b="1" dirty="0" err="1" smtClean="0"/>
              <a:t>Analyze</a:t>
            </a:r>
            <a:r>
              <a:rPr lang="en-GB" b="1" dirty="0" smtClean="0"/>
              <a:t> Rental Trend on Month, Weather, Season,  Weekday, Hour, and User.</a:t>
            </a:r>
          </a:p>
          <a:p>
            <a:r>
              <a:rPr lang="en-GB" b="1" dirty="0" smtClean="0"/>
              <a:t>This Project demonstrate how </a:t>
            </a:r>
            <a:r>
              <a:rPr lang="en-GB" b="1" dirty="0"/>
              <a:t>M</a:t>
            </a:r>
            <a:r>
              <a:rPr lang="en-GB" b="1" dirty="0" smtClean="0"/>
              <a:t>icrosoft Excel can be used to </a:t>
            </a:r>
            <a:r>
              <a:rPr lang="en-GB" b="1" dirty="0"/>
              <a:t>t</a:t>
            </a:r>
            <a:r>
              <a:rPr lang="en-GB" b="1" dirty="0" smtClean="0"/>
              <a:t>ransform raw data.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5003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</TotalTime>
  <Words>207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Bike Sharing Analysis Dashboard Prepared By: Vijendra Vaishnav</vt:lpstr>
      <vt:lpstr>Project Objective</vt:lpstr>
      <vt:lpstr>Datasets Information</vt:lpstr>
      <vt:lpstr>Data Preprocessing </vt:lpstr>
      <vt:lpstr>Charts</vt:lpstr>
      <vt:lpstr>Interactive Dashboard with Pivot Table, Charts , Slicers </vt:lpstr>
      <vt:lpstr>Key Insights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Analysis Dashboard Prepared By: Vijendra Vaishnav</dc:title>
  <dc:creator>dell</dc:creator>
  <cp:lastModifiedBy>dell</cp:lastModifiedBy>
  <cp:revision>12</cp:revision>
  <dcterms:created xsi:type="dcterms:W3CDTF">2026-07-26T09:21:28Z</dcterms:created>
  <dcterms:modified xsi:type="dcterms:W3CDTF">2026-07-26T10:29:42Z</dcterms:modified>
</cp:coreProperties>
</file>